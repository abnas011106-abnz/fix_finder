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FixFinder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Multi-Service Finder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problem in plain language — get the top 5 trusted providers near you.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  •   Plumbing   •   Electrical   •   AC   •   Appliance   •   Computer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service provider is harder than it should be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8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search in categories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385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describe symptoms — "my bike won't start" — not "Automobile &gt; Ignition".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rating and distance conflict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9385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provider is rarely the closest or best-rated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 doesn't scale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702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long directories to weigh five factors at once is slow and error-prone.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886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service types, one search box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42702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plumbing, electrical, AC, appliance and computer help all need separate lookups today.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FixFinder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free-text query becomes a ranked shortlist of five providers.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3774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59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2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bike is not starting near Perinthalmanna."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320540" y="2377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05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2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detection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977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Keyword-matched against 6 service categories to find the right one.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518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51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2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detection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977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scanned against known locations in the dataset.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20574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89820" y="23774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898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2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recommendation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977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ranked by a weighted, normalized score.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service categories, one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64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bike, engine, tyre, brake, mechanic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20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764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pipe, leak, tap, bathroom, sink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9202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1764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switch, fan, socket, power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947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639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Technician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069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cooling, air conditioning, AC repair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383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7947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639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Repair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069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machine, fridge, microwave, TV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383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66760" y="37947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3639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Repair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4069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keyboard, printer, software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weighted score ranks every provider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normalized factors combine into one Recommendation Score — the top 5 are returned.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73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96596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E4ECF1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96596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19385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E4ECF1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2743200"/>
            <a:ext cx="2978331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27157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352044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E4ECF1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3520440"/>
            <a:ext cx="2978331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09560" y="34930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42976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E4ECF1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4297680"/>
            <a:ext cx="2233749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09560" y="42702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82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50749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E4ECF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0" y="5074920"/>
            <a:ext cx="1489166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50474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69680" y="196596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982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560320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filtering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 when detected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Sorted, top 5 returned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lean, ready to grow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for the 100K-row provider dataset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NLP for service &amp; location detection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Weighted-score recommender (top 5)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for instant, shareable demos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116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ML/embedding-based intent detection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data &amp; availability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on top of the same engine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2026-09-28T05:34:53Z</dcterms:created>
  <dcterms:modified xsi:type="dcterms:W3CDTF">2026-09-28T05:34:53Z</dcterms:modified>
</cp:coreProperties>
</file>